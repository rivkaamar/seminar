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4"/>
    <a:srgbClr val="F5F5F5"/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6" d="100"/>
          <a:sy n="36" d="100"/>
        </p:scale>
        <p:origin x="43" y="74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מלבן 2">
            <a:extLst>
              <a:ext uri="{FF2B5EF4-FFF2-40B4-BE49-F238E27FC236}">
                <a16:creationId xmlns:a16="http://schemas.microsoft.com/office/drawing/2014/main" id="{CDAFA136-C669-CF3B-366D-6259919C9016}"/>
              </a:ext>
            </a:extLst>
          </p:cNvPr>
          <p:cNvSpPr/>
          <p:nvPr/>
        </p:nvSpPr>
        <p:spPr>
          <a:xfrm>
            <a:off x="2870200" y="2133600"/>
            <a:ext cx="4267200" cy="14478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A6A0DCF7-8A9C-6B35-985E-B40509D8436A}"/>
              </a:ext>
            </a:extLst>
          </p:cNvPr>
          <p:cNvSpPr/>
          <p:nvPr/>
        </p:nvSpPr>
        <p:spPr>
          <a:xfrm>
            <a:off x="4013200" y="3581400"/>
            <a:ext cx="11582400" cy="121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מלבן 2">
            <a:extLst>
              <a:ext uri="{FF2B5EF4-FFF2-40B4-BE49-F238E27FC236}">
                <a16:creationId xmlns:a16="http://schemas.microsoft.com/office/drawing/2014/main" id="{768C8ED7-DAAE-34D3-AE2A-CAA1D2D738AD}"/>
              </a:ext>
            </a:extLst>
          </p:cNvPr>
          <p:cNvSpPr/>
          <p:nvPr/>
        </p:nvSpPr>
        <p:spPr>
          <a:xfrm>
            <a:off x="10109200" y="762000"/>
            <a:ext cx="3352800" cy="838200"/>
          </a:xfrm>
          <a:prstGeom prst="rect">
            <a:avLst/>
          </a:prstGeom>
          <a:solidFill>
            <a:srgbClr val="F8F9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מותאם אישית</PresentationFormat>
  <Paragraphs>0</Paragraphs>
  <Slides>13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cp:lastModifiedBy>sara gibraltar</cp:lastModifiedBy>
  <cp:revision>3</cp:revision>
  <dcterms:created xsi:type="dcterms:W3CDTF">2006-08-16T00:00:00Z</dcterms:created>
  <dcterms:modified xsi:type="dcterms:W3CDTF">2026-10-11T11:31:36Z</dcterms:modified>
</cp:coreProperties>
</file>